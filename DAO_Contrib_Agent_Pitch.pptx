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AI x WEB3 HACKATHON . COBO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EDCF4"/>
                </a:solidFill>
              </a:defRPr>
            </a:pPr>
            <a:r>
              <a:t>DAO Contrib</a:t>
            </a:r>
            <a:br/>
            <a: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E8E93"/>
                </a:solidFill>
              </a:defRPr>
            </a:pPr>
            <a:r>
              <a:t>AI 驱动的 DAO 贡献自动追踪 . 智能评估 . 链上结算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5029200"/>
            <a:ext cx="1645920" cy="365760"/>
          </a:xfrm>
          <a:prstGeom prst="rect">
            <a:avLst/>
          </a:prstGeom>
          <a:noFill/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7AFF"/>
                </a:solidFill>
              </a:defRPr>
            </a:pPr>
            <a:r>
              <a:t>Cobo Agentic Wallet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5029200"/>
            <a:ext cx="1645920" cy="365760"/>
          </a:xfrm>
          <a:prstGeom prst="rect">
            <a:avLst/>
          </a:prstGeom>
          <a:noFill/>
          <a:ln w="25400">
            <a:solidFill>
              <a:srgbClr val="5ED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EDCF4"/>
                </a:solidFill>
              </a:defRPr>
            </a:pPr>
            <a:r>
              <a:t>Sepolia Testnet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5029200"/>
            <a:ext cx="1645920" cy="365760"/>
          </a:xfrm>
          <a:prstGeom prst="rect">
            <a:avLst/>
          </a:prstGeom>
          <a:noFill/>
          <a:ln w="25400">
            <a:solidFill>
              <a:srgbClr val="F0A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5074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A6CA"/>
                </a:solidFill>
              </a:defRPr>
            </a:pPr>
            <a:r>
              <a:t>Mimo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01 .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DAO 贡献管理的四大痛点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5029200" cy="1645920"/>
          </a:xfrm>
          <a:prstGeom prst="rect">
            <a:avLst/>
          </a:prstGeom>
          <a:solidFill>
            <a:srgbClr val="201010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</a:defRPr>
            </a:pPr>
            <a:r>
              <a:t>贡献分散，统计困难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474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</a:defRPr>
            </a:pPr>
            <a:r>
              <a:t>贡献分散在多平台，人工统计效率低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9319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3B30"/>
                </a:solidFill>
              </a:defRPr>
            </a:pPr>
            <a:r>
              <a:t>⚠️ 平均每月 40+ 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5029200" cy="1645920"/>
          </a:xfrm>
          <a:prstGeom prst="rect">
            <a:avLst/>
          </a:prstGeom>
          <a:solidFill>
            <a:srgbClr val="201010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</a:defRPr>
            </a:pPr>
            <a:r>
              <a:t>结算不透明，信任缺失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</a:defRPr>
            </a:pPr>
            <a:r>
              <a:t>奖励分配缺乏标准，成员存疑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9319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3B30"/>
                </a:solidFill>
              </a:defRPr>
            </a:pPr>
            <a:r>
              <a:t>⚠️ 67% 成员对分配不满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54880"/>
            <a:ext cx="5029200" cy="1645920"/>
          </a:xfrm>
          <a:prstGeom prst="rect">
            <a:avLst/>
          </a:prstGeom>
          <a:solidFill>
            <a:srgbClr val="201010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029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</a:defRPr>
            </a:pPr>
            <a:r>
              <a:t>执行成本高，效率低下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486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</a:defRPr>
            </a:pPr>
            <a:r>
              <a:t>每次结算需人工发起多笔交易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943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3B30"/>
                </a:solidFill>
              </a:defRPr>
            </a:pPr>
            <a:r>
              <a:t>⚠️ 单次结算 $50+ gas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solidFill>
            <a:srgbClr val="201010"/>
          </a:solidFill>
          <a:ln w="2540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5029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3B30"/>
                </a:solidFill>
              </a:defRPr>
            </a:pPr>
            <a:r>
              <a:t>规则僵化，难以调整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4864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</a:defRPr>
            </a:pPr>
            <a:r>
              <a:t>传统系统难以适应规则动态调整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943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3B30"/>
                </a:solidFill>
              </a:defRPr>
            </a:pPr>
            <a:r>
              <a:t>⚠️ 调整周期 2-4 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02 .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 Agent 驱动的全自动结算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2468880" cy="2286000"/>
          </a:xfrm>
          <a:prstGeom prst="rect">
            <a:avLst/>
          </a:prstGeom>
          <a:solidFill>
            <a:srgbClr val="102010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C759"/>
                </a:solidFill>
              </a:defRPr>
            </a:pPr>
            <a:r>
              <a:t>自动采集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114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</a:defRPr>
            </a:pPr>
            <a:r>
              <a:t>从 GitHub、Discord 自动采集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743200"/>
            <a:ext cx="2468880" cy="2286000"/>
          </a:xfrm>
          <a:prstGeom prst="rect">
            <a:avLst/>
          </a:prstGeom>
          <a:solidFill>
            <a:srgbClr val="102010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C759"/>
                </a:solidFill>
              </a:defRPr>
            </a:pPr>
            <a:r>
              <a:t>AI 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114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</a:defRPr>
            </a:pPr>
            <a:r>
              <a:t>Mimo AI 评估贡献价值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2468880" cy="2286000"/>
          </a:xfrm>
          <a:prstGeom prst="rect">
            <a:avLst/>
          </a:prstGeom>
          <a:solidFill>
            <a:srgbClr val="102010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C759"/>
                </a:solidFill>
              </a:defRPr>
            </a:pPr>
            <a:r>
              <a:t>灵活规则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114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</a:defRPr>
            </a:pPr>
            <a:r>
              <a:t>可视化配置权重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743200"/>
            <a:ext cx="2468880" cy="2286000"/>
          </a:xfrm>
          <a:prstGeom prst="rect">
            <a:avLst/>
          </a:prstGeom>
          <a:solidFill>
            <a:srgbClr val="102010"/>
          </a:solidFill>
          <a:ln w="2540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6576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C759"/>
                </a:solidFill>
              </a:defRPr>
            </a:pPr>
            <a:r>
              <a:t>链上结算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41148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</a:defRPr>
            </a:pPr>
            <a:r>
              <a:t>通过 CAW 一键批量转账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5623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C759"/>
                </a:solidFill>
              </a:defRPr>
            </a:pPr>
            <a:r>
              <a:t>✅ 从 40+ 小时人工统计 → 5 分钟自动化完成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03 .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三大核心创新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3200400" cy="3200400"/>
          </a:xfrm>
          <a:prstGeom prst="rect">
            <a:avLst/>
          </a:prstGeom>
          <a:solidFill>
            <a:srgbClr val="101020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490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FF"/>
                </a:solidFill>
              </a:defRPr>
            </a:pPr>
            <a:r>
              <a:t>AI Agent 自主决策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AI 不只是辅助工具，而是自主评估贡献价值的 Agent</a:t>
            </a:r>
            <a:br/>
            <a:br/>
            <a:r>
              <a:t>技术：Mimo v2.5 Pro + GPT-5.5</a:t>
            </a:r>
            <a:br/>
            <a:r>
              <a:t>价值：效率提升 100x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3200400" cy="3200400"/>
          </a:xfrm>
          <a:prstGeom prst="rect">
            <a:avLst/>
          </a:prstGeom>
          <a:solidFill>
            <a:srgbClr val="101020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7490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FF"/>
                </a:solidFill>
              </a:defRPr>
            </a:pPr>
            <a:r>
              <a:t>Cobo Agentic Wallet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4297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AI Agent 通过 CAW 实现自主资金管理</a:t>
            </a:r>
            <a:br/>
            <a:br/>
            <a:r>
              <a:t>技术：Agent 钱包、权限控制</a:t>
            </a:r>
            <a:br/>
            <a:r>
              <a:t>价值：AI 真正管理资金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743200"/>
            <a:ext cx="3200400" cy="3200400"/>
          </a:xfrm>
          <a:prstGeom prst="rect">
            <a:avLst/>
          </a:prstGeom>
          <a:solidFill>
            <a:srgbClr val="101020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30175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⛓️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7490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AFF"/>
                </a:solidFill>
              </a:defRPr>
            </a:pPr>
            <a:r>
              <a:t>链上透明结算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9768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所有贡献和结算记录上链，永久可查</a:t>
            </a:r>
            <a:br/>
            <a:br/>
            <a:r>
              <a:t>技术：Solidity + Sepolia</a:t>
            </a:r>
            <a:br/>
            <a:r>
              <a:t>价值：完全透明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04 . COBO AGENTIC WALLET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CAW 是资金流程的关键组件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5029200" cy="1645920"/>
          </a:xfrm>
          <a:prstGeom prst="rect">
            <a:avLst/>
          </a:prstGeom>
          <a:solidFill>
            <a:srgbClr val="151020"/>
          </a:solidFill>
          <a:ln w="2540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F52DE"/>
                </a:solidFill>
              </a:defRPr>
            </a:pPr>
            <a:r>
              <a:t>Agent 钱包管理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每个 Agent 独立钱包</a:t>
            </a:r>
            <a:br/>
            <a:r>
              <a:t>资金隔离，安全可控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2918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F52DE"/>
                </a:solidFill>
              </a:defRPr>
            </a:pPr>
            <a:r>
              <a:t>CAW 关键性：不可替换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743200"/>
            <a:ext cx="5029200" cy="1645920"/>
          </a:xfrm>
          <a:prstGeom prst="rect">
            <a:avLst/>
          </a:prstGeom>
          <a:solidFill>
            <a:srgbClr val="151020"/>
          </a:solidFill>
          <a:ln w="2540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926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F52DE"/>
                </a:solidFill>
              </a:defRPr>
            </a:pPr>
            <a:r>
              <a:t>权限控制与安全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2918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金额上限控制</a:t>
            </a:r>
            <a:br/>
            <a:r>
              <a:t>操作白名单机制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29184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F52DE"/>
                </a:solidFill>
              </a:defRPr>
            </a:pPr>
            <a:r>
              <a:t>风险边界：超出需人工确认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754880"/>
            <a:ext cx="5029200" cy="1645920"/>
          </a:xfrm>
          <a:prstGeom prst="rect">
            <a:avLst/>
          </a:prstGeom>
          <a:solidFill>
            <a:srgbClr val="151020"/>
          </a:solidFill>
          <a:ln w="2540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F52DE"/>
                </a:solidFill>
              </a:defRPr>
            </a:pPr>
            <a:r>
              <a:t>自主支付能力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单笔转账</a:t>
            </a:r>
            <a:br/>
            <a:r>
              <a:t>批量结算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3035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F52DE"/>
                </a:solidFill>
              </a:defRPr>
            </a:pPr>
            <a:r>
              <a:t>资金流程：任务→AI→CAW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754880"/>
            <a:ext cx="5029200" cy="1645920"/>
          </a:xfrm>
          <a:prstGeom prst="rect">
            <a:avLst/>
          </a:prstGeom>
          <a:solidFill>
            <a:srgbClr val="151020"/>
          </a:solidFill>
          <a:ln w="25400">
            <a:solidFill>
              <a:srgbClr val="AF5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F52DE"/>
                </a:solidFill>
              </a:defRPr>
            </a:pPr>
            <a:r>
              <a:t>完整资金流程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贡献采集→AI分析</a:t>
            </a:r>
            <a:br/>
            <a:r>
              <a:t>CAW结算→链上确认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53035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F52DE"/>
                </a:solidFill>
              </a:defRPr>
            </a:pPr>
            <a:r>
              <a:t>可演示性：5分钟完成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05 .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完整资金流程演示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360" y="2743200"/>
            <a:ext cx="731520" cy="73152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0A0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创建 Agent 钱包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FF"/>
                </a:solidFill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743200"/>
            <a:ext cx="731520" cy="731520"/>
          </a:xfrm>
          <a:prstGeom prst="rect">
            <a:avLst/>
          </a:prstGeom>
          <a:solidFill>
            <a:srgbClr val="5ED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0A0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采集贡献数据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EDCF4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743200"/>
            <a:ext cx="731520" cy="731520"/>
          </a:xfrm>
          <a:prstGeom prst="rect">
            <a:avLst/>
          </a:prstGeom>
          <a:solidFill>
            <a:srgbClr val="AF5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0A0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评估价值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F52DE"/>
                </a:solidFill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2743200"/>
            <a:ext cx="731520" cy="73152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2834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0A0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CAW 批量结算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2120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风险边界说明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778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E8E93"/>
                </a:solidFill>
              </a:defRPr>
            </a:pPr>
            <a:r>
              <a:t>• Agent 权限严格受限（金额上限、操作白名单）</a:t>
            </a:r>
            <a:br/>
            <a:r>
              <a:t>• 超出限制需人工确认 • 所有交易链上可查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394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EDCF4"/>
                </a:solidFill>
              </a:defRPr>
            </a:pPr>
            <a:r>
              <a:t>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</a:defRPr>
            </a:pPr>
            <a:r>
              <a:t>完整演示时间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06 .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可量化的价值指标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3200400" cy="16459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4C759"/>
                </a:solidFill>
              </a:defRPr>
            </a:pPr>
            <a:r>
              <a:t>95%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</a:defRPr>
            </a:pPr>
            <a:r>
              <a:t>效率提升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743200"/>
            <a:ext cx="3200400" cy="16459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AFF"/>
                </a:solidFill>
              </a:defRPr>
            </a:pPr>
            <a: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</a:defRPr>
            </a:pPr>
            <a:r>
              <a:t>Gas 节省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743200"/>
            <a:ext cx="3200400" cy="16459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0175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AF52DE"/>
                </a:solidFill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8E93"/>
                </a:solidFill>
              </a:defRPr>
            </a:pPr>
            <a:r>
              <a:t>透明度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029200"/>
            <a:ext cx="2468880" cy="11887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</a:defRPr>
            </a:pPr>
            <a:r>
              <a:t>代码文件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5029200"/>
            <a:ext cx="2468880" cy="11887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</a:defRPr>
            </a:pPr>
            <a:r>
              <a:t>API 接口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029200"/>
            <a:ext cx="2468880" cy="11887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</a:defRPr>
            </a:pPr>
            <a:r>
              <a:t>页面组件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5029200"/>
            <a:ext cx="2468880" cy="1188720"/>
          </a:xfrm>
          <a:prstGeom prst="rect">
            <a:avLst/>
          </a:prstGeom>
          <a:solidFill>
            <a:srgbClr val="14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5120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852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8E93"/>
                </a:solidFill>
              </a:defRPr>
            </a:pPr>
            <a:r>
              <a:t>区块链集成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0" y="1371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FF"/>
                </a:solidFill>
              </a:defRPr>
            </a:pPr>
            <a:r>
              <a:t>AI x WEB3 HACKATHON . COBO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EDCF4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E8E93"/>
                </a:solidFill>
              </a:defRPr>
            </a:pPr>
            <a:r>
              <a:t>DAO Contrib Agent - AI 驱动的 DAO 贡献自动追踪与链上结算系统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029200"/>
            <a:ext cx="1371600" cy="457200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5074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GitHub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5029200"/>
            <a:ext cx="1371600" cy="457200"/>
          </a:xfrm>
          <a:prstGeom prst="rect">
            <a:avLst/>
          </a:prstGeom>
          <a:solidFill>
            <a:srgbClr val="F0A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5074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A0F"/>
                </a:solidFill>
              </a:defRPr>
            </a:pPr>
            <a:r>
              <a:t>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